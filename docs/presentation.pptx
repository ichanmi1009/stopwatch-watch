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13716000" cx="2438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jtAIHREANAg633Fu+z+VPKBZn5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목차는 다음처럼 프로젝트 개요 및 목적부터 시작하여, 블록다이어그램, fsm, 모듈설명과 시뮬검증, 구현영상순으로 진행됩니다. </a:t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첫째, '신호 정제(Signal Conditioning)'입니다.</a:t>
            </a:r>
            <a:r>
              <a:rPr lang="en-US">
                <a:solidFill>
                  <a:schemeClr val="dk1"/>
                </a:solidFill>
              </a:rPr>
              <a:t> 사용자가 버튼을 누를 때 발생하는 기계적 진동, 즉 채터링(Chattering)을 해결하기 위해 저희는 100kHz의 샘플링을 기반으로, 깔끔한 단일 펄스(Single Pulse)를 생성해 내도록 입력단을 설계했습니다.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둘째, '안정적인 FSM 제어'입니다.</a:t>
            </a:r>
            <a:r>
              <a:rPr lang="en-US">
                <a:solidFill>
                  <a:schemeClr val="dk1"/>
                </a:solidFill>
              </a:rPr>
              <a:t> 클럭 환경에서 복잡하게 얽힌 상태 전이 해결을 위해 저희는 상태 머신의 구조를 직관적으로 재설계하여 이러한 타이밍 이슈를 원천적으로 해결했습니다. 특히 sw[2] 스위치를 활용한 게이팅 로직과 철저한 클럭 동기화(Clock Synchronization) 설계를 적용함으로써, 시스템의 응답성을 극대화하고 메인 제어 유닛을 최적화했습니다.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셋째, '통합 시스템 검증'입니다.</a:t>
            </a:r>
            <a:r>
              <a:rPr lang="en-US">
                <a:solidFill>
                  <a:schemeClr val="dk1"/>
                </a:solidFill>
              </a:rPr>
              <a:t> 앞서 정교하게 설계된 개별 모듈들을 통합하고, 이를 실제 FPGA 보드에 올려 실시간 동작을 검증하면서 최종적으로 디스플레이 출력과 사용자 인터페이스(UI)의 안정성을 확인했습니다.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이어서 본 프로젝트의 3가지 핵심 기능을 말씀드리겠습니다.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첫째, 멀티 모드 통합 출력입니다.</a:t>
            </a:r>
            <a:r>
              <a:rPr lang="en-US">
                <a:solidFill>
                  <a:schemeClr val="dk1"/>
                </a:solidFill>
              </a:rPr>
              <a:t> sw[1]로 시계와 스톱워치 모드를 실시간 전환하며, 두 시스템이 단일 FND를 공유하도록 설계하여 하드웨어 리소스 효율을 극대화했습니다.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둘째, 듀얼 디스플레이 모드입니다.</a:t>
            </a:r>
            <a:r>
              <a:rPr lang="en-US">
                <a:solidFill>
                  <a:schemeClr val="dk1"/>
                </a:solidFill>
              </a:rPr>
              <a:t> 제한된 4자리 화면을 효율적으로 쓰기 위해 sw[0]을 추가했습니다. 필요에 따라 밀리초(msec) 단위의 정밀 데이터와 시간(hour) 단위의 데이터를 동적으로 스위칭하여 출력합니다.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셋째, 모드별 인터페이스 다중 매핑(Mapping)입니다.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한정된 물리 버튼을 현재 모드에 맞춰 유기적으로 매핑했습니다. 이를 통해 시계 셋팅부터 스톱워치의 랩타임 제어까지, 단 4개의 버튼만으로 충돌 없는 직관적인 UI를 구현했습니다.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전체 시스템의 블록 다이어그램입니다. 설계의 복잡도를 낮추기 위해 시스템을 크게 4가지 계층으로 모듈화했습니다.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1.물리적 버튼 입력을 안정화하는 </a:t>
            </a:r>
            <a:r>
              <a:rPr b="1" lang="en-US">
                <a:solidFill>
                  <a:schemeClr val="dk1"/>
                </a:solidFill>
              </a:rPr>
              <a:t>Input Conditioning 블록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2.모드 선택과 상태 전이를 관장하는 </a:t>
            </a:r>
            <a:r>
              <a:rPr b="1" lang="en-US">
                <a:solidFill>
                  <a:schemeClr val="dk1"/>
                </a:solidFill>
              </a:rPr>
              <a:t>FSM (Control Logic) 블록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3.실제 시간 값을 연산하고 기억하는 </a:t>
            </a:r>
            <a:r>
              <a:rPr b="1" lang="en-US">
                <a:solidFill>
                  <a:schemeClr val="dk1"/>
                </a:solidFill>
              </a:rPr>
              <a:t>Datapath 블록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4.연산된 데이터를 화면에 출력하는 </a:t>
            </a:r>
            <a:r>
              <a:rPr b="1" lang="en-US">
                <a:solidFill>
                  <a:schemeClr val="dk1"/>
                </a:solidFill>
              </a:rPr>
              <a:t>Display Select Logic 및 FND Controller 블록</a:t>
            </a:r>
            <a:r>
              <a:rPr lang="en-US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이러한 모듈화를 통해 각 블록은 본연의 역할에만 충실하게 되어, 유지보수와 기능 확장이 매우 용이한 RTL 구조를 완성했습니다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전체 제어 흐름을 담은 계층적 FSM 다이어그램입니다.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최상위 TOP 상태에서 스위치 값에 따라 스톱워치와 시계 모드로 철저히 분기시켰습니다.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좌측 스톱워치 제어부는 RUN, CLEAR, 랩타임 저장 등을 수행하며, 우측 시계 제어부는 직관적인 상태 전이를 통해 시간 설정 기능을 명확히 구분하여 처리합니다.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이제 스톱워치의 구체적인 동작 방식과 구조에 대해 말씀드리겠습니다. 저는 스탑워치의 기능을 중점으로 설계했습니다.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스톱워치의 초기 상태는 모두0으로 세팅되어 안정적으로 출발합니다. 사용자는 버튼을 직접 조작하여 시간을 측정할 수 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특히, 연산이 진행되는 도중 특정 순간의 기록을 캡처하고 확인할 수 있도록 '랩타임(Lap Time) 모드'를 별도로 설계했습니다.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이를 위해 sw[3]을 랩뷰(Lap view) 전용 활성화 스위치로 할당하여, 메인 타이머를 멈추지 않고도 중간 기록을 안정적으로 확인할 수 있도록 사용성을 극대화했습니다.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본 프로젝트의 스톱워치 모듈입니다. 메인 타이머 연산을 멈추지 않고도 중간 기록을 확인할 수 있는 '랩타임 모드'를 설계하여 사용성을 극대화했습니다.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하드웨어 내부적으로는 깨끗하게 정제된 펄스만이 제어부로 전달되어 '상태 제어 신호'를 생성하고, 연산부(Datapath)는 이 명령만 받아 100MHz 클럭에 맞춰 물리적 연산을 전담하도록 타이밍 꼬임을 막았습니다.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보드의 물리적 인터페이스 매핑입니다.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sw[1]을 통해 스톱워치 FSM 구역으로 진입하며, 십자 배열 버튼 조작에 따라 RUN, STOP, LAP VIEW 등의 상태를 유기적으로 오가도록 구성했습니다.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여기서 sw[0]은 mesc,sec와 hour,min로 디스플레이를 변환하며 sw[3]은 버튼으로 저장한 시간을 디스플레이에서 확인할 수 있도록 해줍니다.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스톱워치 제어부의 동작 원리입니다. 대충설명 save까지. </a:t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다음은 스톱워치의 시간 연산을 담당하는 데이터패스 구조입니다. 시스템 안정성을 위한 3가지 핵심을 말씀드리겠습니다.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첫째, '계층적 틱-캐리 구조'입니다. 100MHz의 빠른 메인 클럭을 100hz로 변환한 뒤, 하위 단위에서 오버플로우가 날 때만 상위 단위로 순차 전달하여 타이밍 꼬임을 막았습니다.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둘째, '백그라운드 타이머와 랩타임의 분리'입니다. 메인 타이머는 멈추지 않고 계속 돌아가며 랩타임이 필요할 때만 별도 모듈이 활성화되어 그 순간의 시간을 캡처합니다. 그리고 스위치를 이용해 화면만 스위칭하는 방식을 써서 데이터 무결성을 지켰습니다.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셋째, '병렬 제어 구조'입니다. 카운트 방향 설정이나 초기화(Clear) 신호는 4개의 모든 카운터 블록에 '동시에' 들어가도록 라우팅하여, 버튼 조작 시 오차 없이 즉각 반응하도록 설계했습니다.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방금 설명드린 랩타임 기능이 실제 코드로 어떻게 구현되었는지 보여드리겠습니다.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일단 사용자가 버튼을 눌러 i_save 버튼 신호가 들어오면 메인 카운터는 놔둔 채, 실시간 값만 내부 레지스터로 복사하여 안전하게 캡처합니다.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그리고 스위치(sw[3]) 조작에 따라 화면에 저장해둔 랩타임을 띄울지, 아니면 계속 흘러가는 실시간 시간을 띄울지 경로만 바꿔줍니다. 이렇게 단순한 데이터 버스 스위칭을 통해 끊김 없는 랩타임 기능을 완성했습니다.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다음은 연산된 데이터를 사용자에게 시각적으로 전달하는 FND 컨트롤러의 세부 설계입니다. 4자리의 디스플레이를 깜빡임이나 잔상 없이 제어하기 위해 타이밍과 데이터 경로를 철저히 설계했습니다.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먼저, 타이밍 및 자릿수 제어 부분입니다.</a:t>
            </a:r>
            <a:r>
              <a:rPr lang="en-US">
                <a:solidFill>
                  <a:schemeClr val="dk1"/>
                </a:solidFill>
              </a:rPr>
              <a:t> 화면 좌측 상단을 보시면, 100MHz 메인 클럭을 블록을 통해 1kHz의 스캔 주파수로 낮췄습니다.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 클럭에 맞춰 동작하는 8진 카운터와 디코더를 통해, 현재 4자리 FND 중 어느 자릿수에 불을 켤지를 고속으로 제어합니다.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또한, 시계 중앙의 점(Dot)이 1/2초 주기로 깜빡이게 하기 위해, 블록을 두어 msec 값이 특정구간을 기준으로 0과 1이 반복되게 구현했습니다.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다음은 데이터 라우팅 부분입니다.</a:t>
            </a:r>
            <a:r>
              <a:rPr lang="en-US">
                <a:solidFill>
                  <a:schemeClr val="dk1"/>
                </a:solidFill>
              </a:rPr>
              <a:t> 화면 중앙의 거대한 멀티플렉서(MUX)들이 데이터의 길잡이 역할을 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먼저 두 개의 8x1 MUX는 각 시간 단위의 1의 자리와 10의 자리 데이터, 그리고 방금 말씀드린 깜빡임 신호를 디스플레이 규격에 맞게 정렬해 줍니다.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이렇게 정렬된 두 묶음의 데이터는 최종적으로 2x1 MUX로 들어가 입력받는 sw[0] 값에 따라, msec/sec를 화면에 띄울지, 아니면 min/hour를 띄울지 단 하나의 데이터 스트림만을 선택하게 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최종 선택된 데이터는 마지막BCD 블록을 거쳐 7-세그먼트를 구동하는 물리적 하드웨어 핀 신호로 변환되며, 디스플레이에 출력합니다.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다음은 설계한 스톱워치 로직의 시뮬레이션 검증 파형입니다. 화면의 3가지 핵심 구간을 보시겠습니다.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첫째, 보라색 1번 구간입니다.</a:t>
            </a:r>
            <a:r>
              <a:rPr lang="en-US">
                <a:solidFill>
                  <a:schemeClr val="dk1"/>
                </a:solidFill>
              </a:rPr>
              <a:t> 사용자가 버튼을 길게 누르더라도, 기본값에 따라 up 카운트가 정상 증가함을 확인했습니다.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둘째, 파란색 2번 구간입니다.</a:t>
            </a:r>
            <a:r>
              <a:rPr lang="en-US">
                <a:solidFill>
                  <a:schemeClr val="dk1"/>
                </a:solidFill>
              </a:rPr>
              <a:t> 일시 정지 후 모드 변경 버튼을 누르고 run을 시작하니, 타이머가 즉각적으로 Down 카운트 연산으로 전환되어 감소하는 것을 검증했습니다.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셋째, 노란색 3번 구간입니다.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초기화 버튼입력 시, 데이터가 완벽하게 0으로 리셋됩니다.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다음은 '랩타임' 기능의 시뮬레이션 검증 파형입니다.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첫 번째는, 랩타임 저장(Save) 순간입니다.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버튼을 누르자 i_save가 증가하면서 실시간 값 '6'이 내부 레지스터에 즉시 래치(Latch)됩니다. 이후 메인 타이머는 7, 8, 9로 계속 증가하지만, 저장된 값은 6으로 완벽히 분리되어 유지됨을 확인했습니다.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두 번째는 랩타임 출력(View) 및 복귀 순간입니다.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뷰 모드 스위치를 켜면 화면에 아까 저장한 '6'이 출력됩니다.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그 후 스위치를 다시 껐을 때 출력값이 6mesc에서 현재 시간인 18msec로 즉각 점프하는 것을 볼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이는 랩타임 화면이 떠 있는 동안에도, 실시간 메인 카운터는 단 1클럭의 멈춤도 없이 완벽하게 병렬 연산을 계속하고 있었음을 증명합니다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이어서 3가지 트러블슈팅 경험입니다.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첫째, 랩타임 연산과 화면 출력 충돌입니다.</a:t>
            </a:r>
            <a:r>
              <a:rPr lang="en-US">
                <a:solidFill>
                  <a:schemeClr val="dk1"/>
                </a:solidFill>
              </a:rPr>
              <a:t> 단일 카운터 사용으로 인한 타이밍 꼬임을 MUX 기반의 save_time 모듈 도입으로 해결했습니다. 실시간 연산은 백그라운드에 유지하고, 래치(Latch) 데이터만 독립적으로 스위칭해 충돌을 방지했습니다.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둘째, 버튼 다중 인식 및 상태 꼬임입니다.</a:t>
            </a:r>
            <a:r>
              <a:rPr lang="en-US">
                <a:solidFill>
                  <a:schemeClr val="dk1"/>
                </a:solidFill>
              </a:rPr>
              <a:t> 버튼을 길게 누를 때 발생하는 연속 전이 오작동을 막기 위해, 2단 플립플롭을 활용한 상승 엣지(Rising Edge) 검출 회로를 직접 구현했습니다. 이를 통해 아무리 길게 눌러도 내부엔 '정확히 1클럭'만 들어갑니다.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셋째, Clear 시 랩타임 데이터 잔류입니다.</a:t>
            </a:r>
            <a:r>
              <a:rPr lang="en-US">
                <a:solidFill>
                  <a:schemeClr val="dk1"/>
                </a:solidFill>
              </a:rPr>
              <a:t> 메인 카운터 초기화 후 랩타임 화면에 이전 값이 남는 것을 발견했고, 랩타임 내부 레지스터에도 Clear 신호를 병렬로 라우팅하는 로직 수정을 통해 시스템 전체의 데이터 무결성을 확보했습니다.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안녕하세요 시계 발표 시작하겠습니다.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저는 전체적인 모듈별 계층연결, 시계 컨트롤 유닛. 데이터 패스 부분을 맡아 설계 및 검증을 진행하였습니다.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발표를 시작하기에 앞서, 기본 기능 먼저 설명드리겠습니다.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시계의 초기 설정 값은 12시 0분 0초 0밀리초로 지정하였고, 사용자가 스탑워치 모드로 전환하여 사용하더라도 백그라운드에서 카운터가 계속 동작하여 시간이 흘러갈 수 있는 구조로 설계하였습니다. 또한의도치 않게 버튼이 눌려, 시간이 변경되는 것을 막아주는 수정모드 활성화 스위치를 추가하였습니다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시계 블록 다이어그램을 설명하기 앞서, 버튼 디바운스 회로에 대해 설명드리도록 하겠습니다.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기계적 버튼을 누를때 발생하는 채터링 노이즈를 제거하기 위해, 클럭 디바이더를 통해 100khz로 샘플링하여 1차 노이즈를 제거해줍니다.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여기서 걸러지지 않은 노이즈가 존재할 수 있으므로 두번째로 시프트 레지스터와 and게이트를 통해 8비트가 모두 1인 경우에만 신호를 받아들입니다.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이렇게 받은 디바운스 신호를 우리가 원하는 1클럭으로 받기 위해서 지연된 클럭 신호를 반전시켜, 현재 신호와 and연산을 하면 딱 0에서 1로 변하는 한클럭만을 받을 수 있습니다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3" name="Google Shape;36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시계 전체 블록다이어그램입니다.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신호 정제를 담당하는 버튼 디바운스. 사용자의 입력에 따라 시계 설정모드를 결정하는 컨트롤 유닛. 제어 신호를 바탕으로 실제 시간 데이터를 연산하며, 독립적인 시간 흐름을 보장하는 데이터 패스오 구성 되어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4" name="Google Shape;37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스위치는 3개 사용하며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스위치 0번은 fnd msec sec / min hour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스위치 1번은 stopwatch / watch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스위치 2번은 켜지면 시간 수정 모드이며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버튼은 left right up down 으로 구성되며 여기서 left,right는 자릿수 이동. Up,down은 값 증감 연산을 수행합니다.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Led 구현기능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Led는 총 3개 사용하며,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Led 0번은 fnd에 밀리초/초가 표시되면 off, 분/시가 표시되면 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Led 1번은 스탑워치 모드일때는 off, 워치 모드일때는 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Led 2번은 시간 수정모드일때는 on이고 시간 수정모드가 아닐때는 off로 동작합니다.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시계 Fsm을 간략화한 모습입니다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시계는 기본적으로 백그라운드에서도 계속 돌아가고 있어서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Fsm 기본 상태는 ready, 시간이 돌아가고 있는 상태이고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여기서 스위치 2번이 켜지면서 up버튼이 눌러지면 up동작, 떼면 다시 ready상태 등 아래와같이 구성하였습니다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워치 데이터 패스 세부 블록다이어그램은 아래와 같습니다 일단 먼저 틱제너레이터에서  생성된 틱을 밀리세크 카운터가 받고, 여기서발생한 틱 캐리를 다시 세크 카운터가 받고, 또 다시 분 카운터가 받아주는 계층적 틱-캐리 구조를 확인할 수 있으며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Sw[2]이 켜졌을 경우에만, left right down up 동작이 수행될수 있도록 세이프티 게이트 로직으로 설계하였으며,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4비트 시프트 레지스터를 통해 밀리초/초/분/시의 각 자리별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수정 대상을 순환 선택할 수 있는 구조로 설계하였습니다.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시계모드일때 버튼 컨트롤러 시뮬레이션 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1번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Sw[2] = 0 버튼 눌러도 시간변화 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2번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Sw[2] = 1 버튼 누르고 시간 left 3번, down 누르니까 hour이 12에서 11로 감소한 것을 확인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3번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Sw[2] = 1 버튼 눌러져 있고 시간 right2번, up 누르니까 sec 0에서 1로 증가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4번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Sw[2] = 0 버튼 눌러도 시간변화 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Led 1번은 시계모드일때 켜지는 것을 확인할 수 있으며, 시계 초기 시간도 12시 로 설정되있는걸 확인하수 있습니다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Led 2번은 시계모드일때 pm 12시면 led가 켜지고, 파형에서 볼수있듯이, 11시로 시간이 줄어드는 즉시, led가 꺼지는것을 확인할 수 있습니다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11" Type="http://schemas.openxmlformats.org/officeDocument/2006/relationships/image" Target="../media/image16.png"/><Relationship Id="rId10" Type="http://schemas.openxmlformats.org/officeDocument/2006/relationships/image" Target="../media/image9.png"/><Relationship Id="rId9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23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9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31.png"/><Relationship Id="rId11" Type="http://schemas.openxmlformats.org/officeDocument/2006/relationships/image" Target="../media/image21.png"/><Relationship Id="rId10" Type="http://schemas.openxmlformats.org/officeDocument/2006/relationships/image" Target="../media/image18.png"/><Relationship Id="rId13" Type="http://schemas.openxmlformats.org/officeDocument/2006/relationships/image" Target="../media/image15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15" Type="http://schemas.openxmlformats.org/officeDocument/2006/relationships/image" Target="../media/image25.png"/><Relationship Id="rId14" Type="http://schemas.openxmlformats.org/officeDocument/2006/relationships/image" Target="../media/image6.png"/><Relationship Id="rId17" Type="http://schemas.openxmlformats.org/officeDocument/2006/relationships/image" Target="../media/image23.png"/><Relationship Id="rId16" Type="http://schemas.openxmlformats.org/officeDocument/2006/relationships/image" Target="../media/image20.png"/><Relationship Id="rId5" Type="http://schemas.openxmlformats.org/officeDocument/2006/relationships/image" Target="../media/image1.png"/><Relationship Id="rId19" Type="http://schemas.openxmlformats.org/officeDocument/2006/relationships/image" Target="../media/image22.png"/><Relationship Id="rId6" Type="http://schemas.openxmlformats.org/officeDocument/2006/relationships/image" Target="../media/image8.png"/><Relationship Id="rId18" Type="http://schemas.openxmlformats.org/officeDocument/2006/relationships/image" Target="../media/image28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43.png"/><Relationship Id="rId8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0.png"/><Relationship Id="rId4" Type="http://schemas.openxmlformats.org/officeDocument/2006/relationships/image" Target="../media/image29.png"/><Relationship Id="rId9" Type="http://schemas.openxmlformats.org/officeDocument/2006/relationships/image" Target="../media/image44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5.png"/><Relationship Id="rId10" Type="http://schemas.openxmlformats.org/officeDocument/2006/relationships/image" Target="../media/image41.png"/><Relationship Id="rId13" Type="http://schemas.openxmlformats.org/officeDocument/2006/relationships/image" Target="../media/image36.png"/><Relationship Id="rId1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image" Target="../media/image33.png"/><Relationship Id="rId1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67.png"/><Relationship Id="rId11" Type="http://schemas.openxmlformats.org/officeDocument/2006/relationships/image" Target="../media/image49.png"/><Relationship Id="rId22" Type="http://schemas.openxmlformats.org/officeDocument/2006/relationships/image" Target="../media/image63.png"/><Relationship Id="rId10" Type="http://schemas.openxmlformats.org/officeDocument/2006/relationships/image" Target="../media/image58.png"/><Relationship Id="rId21" Type="http://schemas.openxmlformats.org/officeDocument/2006/relationships/image" Target="../media/image69.png"/><Relationship Id="rId13" Type="http://schemas.openxmlformats.org/officeDocument/2006/relationships/image" Target="../media/image51.png"/><Relationship Id="rId24" Type="http://schemas.openxmlformats.org/officeDocument/2006/relationships/image" Target="../media/image81.png"/><Relationship Id="rId12" Type="http://schemas.openxmlformats.org/officeDocument/2006/relationships/image" Target="../media/image62.png"/><Relationship Id="rId23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54.png"/><Relationship Id="rId9" Type="http://schemas.openxmlformats.org/officeDocument/2006/relationships/image" Target="../media/image32.png"/><Relationship Id="rId15" Type="http://schemas.openxmlformats.org/officeDocument/2006/relationships/image" Target="../media/image57.png"/><Relationship Id="rId14" Type="http://schemas.openxmlformats.org/officeDocument/2006/relationships/image" Target="../media/image37.png"/><Relationship Id="rId17" Type="http://schemas.openxmlformats.org/officeDocument/2006/relationships/image" Target="../media/image60.png"/><Relationship Id="rId16" Type="http://schemas.openxmlformats.org/officeDocument/2006/relationships/image" Target="../media/image38.png"/><Relationship Id="rId5" Type="http://schemas.openxmlformats.org/officeDocument/2006/relationships/image" Target="../media/image1.png"/><Relationship Id="rId19" Type="http://schemas.openxmlformats.org/officeDocument/2006/relationships/image" Target="../media/image61.png"/><Relationship Id="rId6" Type="http://schemas.openxmlformats.org/officeDocument/2006/relationships/image" Target="../media/image4.png"/><Relationship Id="rId18" Type="http://schemas.openxmlformats.org/officeDocument/2006/relationships/image" Target="../media/image42.png"/><Relationship Id="rId7" Type="http://schemas.openxmlformats.org/officeDocument/2006/relationships/image" Target="../media/image56.png"/><Relationship Id="rId8" Type="http://schemas.openxmlformats.org/officeDocument/2006/relationships/image" Target="../media/image5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71.png"/><Relationship Id="rId7" Type="http://schemas.openxmlformats.org/officeDocument/2006/relationships/image" Target="../media/image83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8.png"/><Relationship Id="rId1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73.png"/><Relationship Id="rId5" Type="http://schemas.openxmlformats.org/officeDocument/2006/relationships/image" Target="../media/image4.png"/><Relationship Id="rId6" Type="http://schemas.openxmlformats.org/officeDocument/2006/relationships/image" Target="../media/image66.png"/><Relationship Id="rId7" Type="http://schemas.openxmlformats.org/officeDocument/2006/relationships/image" Target="../media/image65.png"/><Relationship Id="rId8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75.png"/><Relationship Id="rId5" Type="http://schemas.openxmlformats.org/officeDocument/2006/relationships/image" Target="../media/image4.png"/><Relationship Id="rId6" Type="http://schemas.openxmlformats.org/officeDocument/2006/relationships/image" Target="../media/image86.png"/><Relationship Id="rId7" Type="http://schemas.openxmlformats.org/officeDocument/2006/relationships/image" Target="../media/image72.png"/><Relationship Id="rId8" Type="http://schemas.openxmlformats.org/officeDocument/2006/relationships/image" Target="../media/image77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8.png"/><Relationship Id="rId10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64.png"/><Relationship Id="rId5" Type="http://schemas.openxmlformats.org/officeDocument/2006/relationships/image" Target="../media/image4.png"/><Relationship Id="rId6" Type="http://schemas.openxmlformats.org/officeDocument/2006/relationships/image" Target="../media/image89.png"/><Relationship Id="rId7" Type="http://schemas.openxmlformats.org/officeDocument/2006/relationships/image" Target="../media/image59.png"/><Relationship Id="rId8" Type="http://schemas.openxmlformats.org/officeDocument/2006/relationships/image" Target="../media/image88.png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76.png"/><Relationship Id="rId5" Type="http://schemas.openxmlformats.org/officeDocument/2006/relationships/image" Target="../media/image4.png"/><Relationship Id="rId6" Type="http://schemas.openxmlformats.org/officeDocument/2006/relationships/image" Target="../media/image89.png"/><Relationship Id="rId7" Type="http://schemas.openxmlformats.org/officeDocument/2006/relationships/image" Target="../media/image85.png"/><Relationship Id="rId8" Type="http://schemas.openxmlformats.org/officeDocument/2006/relationships/image" Target="../media/image80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99.png"/><Relationship Id="rId10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Relationship Id="rId4" Type="http://schemas.openxmlformats.org/officeDocument/2006/relationships/image" Target="../media/image23.png"/><Relationship Id="rId9" Type="http://schemas.openxmlformats.org/officeDocument/2006/relationships/image" Target="../media/image94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79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2.png"/><Relationship Id="rId10" Type="http://schemas.openxmlformats.org/officeDocument/2006/relationships/image" Target="../media/image105.png"/><Relationship Id="rId13" Type="http://schemas.openxmlformats.org/officeDocument/2006/relationships/image" Target="../media/image116.png"/><Relationship Id="rId1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87.png"/><Relationship Id="rId9" Type="http://schemas.openxmlformats.org/officeDocument/2006/relationships/image" Target="../media/image1.png"/><Relationship Id="rId14" Type="http://schemas.openxmlformats.org/officeDocument/2006/relationships/image" Target="../media/image82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90.png"/><Relationship Id="rId5" Type="http://schemas.openxmlformats.org/officeDocument/2006/relationships/image" Target="../media/image1.png"/><Relationship Id="rId6" Type="http://schemas.openxmlformats.org/officeDocument/2006/relationships/image" Target="../media/image23.png"/><Relationship Id="rId7" Type="http://schemas.openxmlformats.org/officeDocument/2006/relationships/image" Target="../media/image84.png"/><Relationship Id="rId8" Type="http://schemas.openxmlformats.org/officeDocument/2006/relationships/image" Target="../media/image9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98.jp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112.png"/><Relationship Id="rId8" Type="http://schemas.openxmlformats.org/officeDocument/2006/relationships/hyperlink" Target="http://drive.google.com/file/d/1tnshrH1xtTzZZeAOHyIKFOvJGqUO8gUx/view" TargetMode="External"/></Relationships>
</file>

<file path=ppt/slides/_rels/slide19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8.png"/><Relationship Id="rId11" Type="http://schemas.openxmlformats.org/officeDocument/2006/relationships/image" Target="../media/image106.png"/><Relationship Id="rId10" Type="http://schemas.openxmlformats.org/officeDocument/2006/relationships/image" Target="../media/image91.png"/><Relationship Id="rId13" Type="http://schemas.openxmlformats.org/officeDocument/2006/relationships/image" Target="../media/image93.png"/><Relationship Id="rId12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108.png"/><Relationship Id="rId15" Type="http://schemas.openxmlformats.org/officeDocument/2006/relationships/image" Target="../media/image113.png"/><Relationship Id="rId14" Type="http://schemas.openxmlformats.org/officeDocument/2006/relationships/image" Target="../media/image109.png"/><Relationship Id="rId17" Type="http://schemas.openxmlformats.org/officeDocument/2006/relationships/image" Target="../media/image117.png"/><Relationship Id="rId16" Type="http://schemas.openxmlformats.org/officeDocument/2006/relationships/image" Target="../media/image115.png"/><Relationship Id="rId5" Type="http://schemas.openxmlformats.org/officeDocument/2006/relationships/image" Target="../media/image7.png"/><Relationship Id="rId19" Type="http://schemas.openxmlformats.org/officeDocument/2006/relationships/image" Target="../media/image121.png"/><Relationship Id="rId6" Type="http://schemas.openxmlformats.org/officeDocument/2006/relationships/image" Target="../media/image1.png"/><Relationship Id="rId18" Type="http://schemas.openxmlformats.org/officeDocument/2006/relationships/image" Target="../media/image96.png"/><Relationship Id="rId7" Type="http://schemas.openxmlformats.org/officeDocument/2006/relationships/image" Target="../media/image114.png"/><Relationship Id="rId8" Type="http://schemas.openxmlformats.org/officeDocument/2006/relationships/image" Target="../media/image104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4.png"/><Relationship Id="rId10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103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33.png"/><Relationship Id="rId8" Type="http://schemas.openxmlformats.org/officeDocument/2006/relationships/image" Target="../media/image1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10.png"/><Relationship Id="rId7" Type="http://schemas.openxmlformats.org/officeDocument/2006/relationships/image" Target="../media/image128.png"/><Relationship Id="rId8" Type="http://schemas.openxmlformats.org/officeDocument/2006/relationships/image" Target="../media/image1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11.png"/><Relationship Id="rId7" Type="http://schemas.openxmlformats.org/officeDocument/2006/relationships/image" Target="../media/image119.png"/></Relationships>
</file>

<file path=ppt/slides/_rels/slide23.xml.rels><?xml version="1.0" encoding="UTF-8" standalone="yes"?><Relationships xmlns="http://schemas.openxmlformats.org/package/2006/relationships"><Relationship Id="rId20" Type="http://schemas.openxmlformats.org/officeDocument/2006/relationships/image" Target="../media/image61.png"/><Relationship Id="rId22" Type="http://schemas.openxmlformats.org/officeDocument/2006/relationships/image" Target="../media/image135.png"/><Relationship Id="rId21" Type="http://schemas.openxmlformats.org/officeDocument/2006/relationships/image" Target="../media/image63.png"/><Relationship Id="rId24" Type="http://schemas.openxmlformats.org/officeDocument/2006/relationships/image" Target="../media/image129.png"/><Relationship Id="rId23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126.png"/><Relationship Id="rId9" Type="http://schemas.openxmlformats.org/officeDocument/2006/relationships/image" Target="../media/image32.png"/><Relationship Id="rId26" Type="http://schemas.openxmlformats.org/officeDocument/2006/relationships/image" Target="../media/image140.png"/><Relationship Id="rId25" Type="http://schemas.openxmlformats.org/officeDocument/2006/relationships/image" Target="../media/image132.png"/><Relationship Id="rId28" Type="http://schemas.openxmlformats.org/officeDocument/2006/relationships/image" Target="../media/image144.png"/><Relationship Id="rId27" Type="http://schemas.openxmlformats.org/officeDocument/2006/relationships/image" Target="../media/image130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134.png"/><Relationship Id="rId8" Type="http://schemas.openxmlformats.org/officeDocument/2006/relationships/image" Target="../media/image52.png"/><Relationship Id="rId11" Type="http://schemas.openxmlformats.org/officeDocument/2006/relationships/image" Target="../media/image49.png"/><Relationship Id="rId10" Type="http://schemas.openxmlformats.org/officeDocument/2006/relationships/image" Target="../media/image58.png"/><Relationship Id="rId13" Type="http://schemas.openxmlformats.org/officeDocument/2006/relationships/image" Target="../media/image127.png"/><Relationship Id="rId12" Type="http://schemas.openxmlformats.org/officeDocument/2006/relationships/image" Target="../media/image136.png"/><Relationship Id="rId15" Type="http://schemas.openxmlformats.org/officeDocument/2006/relationships/image" Target="../media/image37.png"/><Relationship Id="rId14" Type="http://schemas.openxmlformats.org/officeDocument/2006/relationships/image" Target="../media/image67.png"/><Relationship Id="rId17" Type="http://schemas.openxmlformats.org/officeDocument/2006/relationships/image" Target="../media/image38.png"/><Relationship Id="rId16" Type="http://schemas.openxmlformats.org/officeDocument/2006/relationships/image" Target="../media/image131.png"/><Relationship Id="rId19" Type="http://schemas.openxmlformats.org/officeDocument/2006/relationships/image" Target="../media/image42.png"/><Relationship Id="rId18" Type="http://schemas.openxmlformats.org/officeDocument/2006/relationships/image" Target="../media/image6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Relationship Id="rId4" Type="http://schemas.openxmlformats.org/officeDocument/2006/relationships/image" Target="../media/image143.png"/><Relationship Id="rId9" Type="http://schemas.openxmlformats.org/officeDocument/2006/relationships/image" Target="../media/image137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138.png"/><Relationship Id="rId8" Type="http://schemas.openxmlformats.org/officeDocument/2006/relationships/image" Target="../media/image52.png"/><Relationship Id="rId11" Type="http://schemas.openxmlformats.org/officeDocument/2006/relationships/image" Target="../media/image139.png"/><Relationship Id="rId10" Type="http://schemas.openxmlformats.org/officeDocument/2006/relationships/image" Target="../media/image122.png"/><Relationship Id="rId13" Type="http://schemas.openxmlformats.org/officeDocument/2006/relationships/image" Target="../media/image149.png"/><Relationship Id="rId12" Type="http://schemas.openxmlformats.org/officeDocument/2006/relationships/image" Target="../media/image125.png"/><Relationship Id="rId15" Type="http://schemas.openxmlformats.org/officeDocument/2006/relationships/image" Target="../media/image176.png"/><Relationship Id="rId14" Type="http://schemas.openxmlformats.org/officeDocument/2006/relationships/image" Target="../media/image166.png"/><Relationship Id="rId17" Type="http://schemas.openxmlformats.org/officeDocument/2006/relationships/image" Target="../media/image151.png"/><Relationship Id="rId16" Type="http://schemas.openxmlformats.org/officeDocument/2006/relationships/image" Target="../media/image155.png"/><Relationship Id="rId18" Type="http://schemas.openxmlformats.org/officeDocument/2006/relationships/image" Target="../media/image14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33.png"/><Relationship Id="rId7" Type="http://schemas.openxmlformats.org/officeDocument/2006/relationships/image" Target="../media/image14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153.png"/><Relationship Id="rId9" Type="http://schemas.openxmlformats.org/officeDocument/2006/relationships/image" Target="../media/image5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145.png"/><Relationship Id="rId11" Type="http://schemas.openxmlformats.org/officeDocument/2006/relationships/image" Target="../media/image150.png"/><Relationship Id="rId10" Type="http://schemas.openxmlformats.org/officeDocument/2006/relationships/image" Target="../media/image152.png"/><Relationship Id="rId12" Type="http://schemas.openxmlformats.org/officeDocument/2006/relationships/image" Target="../media/image15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171.png"/><Relationship Id="rId9" Type="http://schemas.openxmlformats.org/officeDocument/2006/relationships/image" Target="../media/image148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154.png"/><Relationship Id="rId11" Type="http://schemas.openxmlformats.org/officeDocument/2006/relationships/image" Target="../media/image160.png"/><Relationship Id="rId10" Type="http://schemas.openxmlformats.org/officeDocument/2006/relationships/image" Target="../media/image146.png"/><Relationship Id="rId13" Type="http://schemas.openxmlformats.org/officeDocument/2006/relationships/image" Target="../media/image173.png"/><Relationship Id="rId12" Type="http://schemas.openxmlformats.org/officeDocument/2006/relationships/image" Target="../media/image16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Relationship Id="rId4" Type="http://schemas.openxmlformats.org/officeDocument/2006/relationships/image" Target="../media/image167.png"/><Relationship Id="rId9" Type="http://schemas.openxmlformats.org/officeDocument/2006/relationships/image" Target="../media/image184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154.png"/><Relationship Id="rId11" Type="http://schemas.openxmlformats.org/officeDocument/2006/relationships/image" Target="../media/image168.png"/><Relationship Id="rId10" Type="http://schemas.openxmlformats.org/officeDocument/2006/relationships/image" Target="../media/image174.png"/><Relationship Id="rId13" Type="http://schemas.openxmlformats.org/officeDocument/2006/relationships/image" Target="../media/image156.png"/><Relationship Id="rId12" Type="http://schemas.openxmlformats.org/officeDocument/2006/relationships/image" Target="../media/image16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Relationship Id="rId4" Type="http://schemas.openxmlformats.org/officeDocument/2006/relationships/image" Target="../media/image163.png"/><Relationship Id="rId9" Type="http://schemas.openxmlformats.org/officeDocument/2006/relationships/image" Target="../media/image187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161.png"/><Relationship Id="rId11" Type="http://schemas.openxmlformats.org/officeDocument/2006/relationships/image" Target="../media/image158.png"/><Relationship Id="rId10" Type="http://schemas.openxmlformats.org/officeDocument/2006/relationships/image" Target="../media/image164.png"/><Relationship Id="rId13" Type="http://schemas.openxmlformats.org/officeDocument/2006/relationships/image" Target="../media/image172.png"/><Relationship Id="rId12" Type="http://schemas.openxmlformats.org/officeDocument/2006/relationships/image" Target="../media/image15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hyperlink" Target="http://drive.google.com/file/d/1Mn3Cx8Pc4RFhIju__11hB-F5tEfbjMuS/view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180.png"/><Relationship Id="rId8" Type="http://schemas.openxmlformats.org/officeDocument/2006/relationships/image" Target="../media/image126.png"/><Relationship Id="rId10" Type="http://schemas.openxmlformats.org/officeDocument/2006/relationships/image" Target="../media/image175.jpg"/></Relationships>
</file>

<file path=ppt/slides/_rels/slide3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5.png"/><Relationship Id="rId21" Type="http://schemas.openxmlformats.org/officeDocument/2006/relationships/image" Target="../media/image18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188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169.png"/><Relationship Id="rId8" Type="http://schemas.openxmlformats.org/officeDocument/2006/relationships/image" Target="../media/image190.png"/><Relationship Id="rId11" Type="http://schemas.openxmlformats.org/officeDocument/2006/relationships/image" Target="../media/image106.png"/><Relationship Id="rId10" Type="http://schemas.openxmlformats.org/officeDocument/2006/relationships/image" Target="../media/image182.png"/><Relationship Id="rId13" Type="http://schemas.openxmlformats.org/officeDocument/2006/relationships/image" Target="../media/image93.png"/><Relationship Id="rId12" Type="http://schemas.openxmlformats.org/officeDocument/2006/relationships/image" Target="../media/image100.png"/><Relationship Id="rId15" Type="http://schemas.openxmlformats.org/officeDocument/2006/relationships/image" Target="../media/image194.png"/><Relationship Id="rId14" Type="http://schemas.openxmlformats.org/officeDocument/2006/relationships/image" Target="../media/image179.png"/><Relationship Id="rId17" Type="http://schemas.openxmlformats.org/officeDocument/2006/relationships/image" Target="../media/image183.png"/><Relationship Id="rId16" Type="http://schemas.openxmlformats.org/officeDocument/2006/relationships/image" Target="../media/image181.png"/><Relationship Id="rId19" Type="http://schemas.openxmlformats.org/officeDocument/2006/relationships/image" Target="../media/image200.png"/><Relationship Id="rId18" Type="http://schemas.openxmlformats.org/officeDocument/2006/relationships/image" Target="../media/image170.png"/></Relationships>
</file>

<file path=ppt/slides/_rels/slide3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9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195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186.png"/><Relationship Id="rId8" Type="http://schemas.openxmlformats.org/officeDocument/2006/relationships/image" Target="../media/image177.png"/><Relationship Id="rId11" Type="http://schemas.openxmlformats.org/officeDocument/2006/relationships/image" Target="../media/image196.png"/><Relationship Id="rId10" Type="http://schemas.openxmlformats.org/officeDocument/2006/relationships/image" Target="../media/image198.png"/><Relationship Id="rId13" Type="http://schemas.openxmlformats.org/officeDocument/2006/relationships/image" Target="../media/image201.png"/><Relationship Id="rId12" Type="http://schemas.openxmlformats.org/officeDocument/2006/relationships/image" Target="../media/image178.png"/><Relationship Id="rId15" Type="http://schemas.openxmlformats.org/officeDocument/2006/relationships/image" Target="../media/image192.png"/><Relationship Id="rId14" Type="http://schemas.openxmlformats.org/officeDocument/2006/relationships/image" Target="../media/image197.png"/><Relationship Id="rId17" Type="http://schemas.openxmlformats.org/officeDocument/2006/relationships/image" Target="../media/image191.png"/><Relationship Id="rId16" Type="http://schemas.openxmlformats.org/officeDocument/2006/relationships/image" Target="../media/image203.png"/><Relationship Id="rId19" Type="http://schemas.openxmlformats.org/officeDocument/2006/relationships/image" Target="../media/image193.png"/><Relationship Id="rId18" Type="http://schemas.openxmlformats.org/officeDocument/2006/relationships/image" Target="../media/image20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202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23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533400"/>
            <a:ext cx="368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6000" y="11798300"/>
            <a:ext cx="64389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66200" y="8356600"/>
            <a:ext cx="64389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7100" y="5194300"/>
            <a:ext cx="10223500" cy="166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53500" y="7264400"/>
            <a:ext cx="64389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0100" y="6032500"/>
            <a:ext cx="2057400" cy="166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12300" y="3441700"/>
            <a:ext cx="5816600" cy="76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0"/>
            <a:ext cx="24384000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357600" y="3441700"/>
            <a:ext cx="5816600" cy="76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1100" y="2870200"/>
            <a:ext cx="20853400" cy="5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4813300" y="2552700"/>
            <a:ext cx="1003300" cy="595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11061700" y="2552700"/>
            <a:ext cx="1003300" cy="595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602200" y="2235200"/>
            <a:ext cx="1016000" cy="659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419100" y="6997700"/>
            <a:ext cx="3873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6654800" y="6959600"/>
            <a:ext cx="3873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2890500" y="6959600"/>
            <a:ext cx="3873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717800" y="5219700"/>
            <a:ext cx="36449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851900" y="5219700"/>
            <a:ext cx="54229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5074900" y="5219700"/>
            <a:ext cx="48133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527300" y="6515100"/>
            <a:ext cx="55753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1270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81100" y="508000"/>
            <a:ext cx="71755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788400" y="6502400"/>
            <a:ext cx="56896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5049500" y="6502400"/>
            <a:ext cx="6121400" cy="10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1100" y="508000"/>
            <a:ext cx="883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81100" y="2997200"/>
            <a:ext cx="23837900" cy="184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81100" y="5867400"/>
            <a:ext cx="22517100" cy="246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81100" y="9347200"/>
            <a:ext cx="22517100" cy="184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700" y="2273300"/>
            <a:ext cx="22821900" cy="102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1300" y="444500"/>
            <a:ext cx="32766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81100" y="508000"/>
            <a:ext cx="131191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1100" y="2070100"/>
            <a:ext cx="19583400" cy="1068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81100" y="508000"/>
            <a:ext cx="91313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18100" y="457200"/>
            <a:ext cx="55626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533400"/>
            <a:ext cx="368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11300" y="444500"/>
            <a:ext cx="32766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7"/>
          <p:cNvPicPr preferRelativeResize="0"/>
          <p:nvPr/>
        </p:nvPicPr>
        <p:blipFill rotWithShape="1">
          <a:blip r:embed="rId9">
            <a:alphaModFix amt="7000"/>
          </a:blip>
          <a:srcRect b="0" l="0" r="0" t="0"/>
          <a:stretch/>
        </p:blipFill>
        <p:spPr>
          <a:xfrm>
            <a:off x="1270000" y="11493500"/>
            <a:ext cx="21844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70000" y="3429000"/>
            <a:ext cx="17221200" cy="153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28100" y="4038600"/>
            <a:ext cx="141859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12300" y="7556500"/>
            <a:ext cx="141859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512300" y="5626100"/>
            <a:ext cx="136144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1100" y="508000"/>
            <a:ext cx="101981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8800" y="2476500"/>
            <a:ext cx="19100800" cy="980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20500" y="3086100"/>
            <a:ext cx="11950700" cy="868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1100" y="508000"/>
            <a:ext cx="124079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6700" y="4178300"/>
            <a:ext cx="11455400" cy="64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78700" y="7378700"/>
            <a:ext cx="17907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64500" y="9347200"/>
            <a:ext cx="6096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131300" y="9347200"/>
            <a:ext cx="6096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503400" y="7620000"/>
            <a:ext cx="9067800" cy="379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5400000">
            <a:off x="12700000" y="8280400"/>
            <a:ext cx="2108200" cy="42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07400" y="10617200"/>
            <a:ext cx="1282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946900" y="10617200"/>
            <a:ext cx="13716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057900" y="7797800"/>
            <a:ext cx="13335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569200" y="6756400"/>
            <a:ext cx="14224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131300" y="7797800"/>
            <a:ext cx="13716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620000" y="8775700"/>
            <a:ext cx="1409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8465800" y="4775200"/>
            <a:ext cx="51054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2357100" y="3429000"/>
            <a:ext cx="5486400" cy="41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626600" y="9347200"/>
            <a:ext cx="6096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2357100" y="4838700"/>
            <a:ext cx="5245100" cy="24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9791700" y="10617200"/>
            <a:ext cx="1358900" cy="7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1100" y="508000"/>
            <a:ext cx="62738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67600" y="2260600"/>
            <a:ext cx="9842500" cy="101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1100" y="508000"/>
            <a:ext cx="81788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44800" y="11747500"/>
            <a:ext cx="102108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141700" y="3429000"/>
            <a:ext cx="6350000" cy="14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154400" y="6629400"/>
            <a:ext cx="7213600" cy="14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141700" y="9118600"/>
            <a:ext cx="722630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7500" y="2692400"/>
            <a:ext cx="15354300" cy="89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146300" y="508000"/>
            <a:ext cx="1137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589000" y="3060700"/>
            <a:ext cx="84963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852400" y="5702300"/>
            <a:ext cx="80518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725400" y="8559800"/>
            <a:ext cx="8305800" cy="227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89100" y="2209800"/>
            <a:ext cx="8432800" cy="1031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1100" y="508000"/>
            <a:ext cx="55753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732000" y="3581400"/>
            <a:ext cx="66548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782800" y="5702300"/>
            <a:ext cx="80010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681200" y="7632700"/>
            <a:ext cx="70358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389100" y="9575800"/>
            <a:ext cx="8470900" cy="142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6600" y="2260600"/>
            <a:ext cx="13398500" cy="102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1100" y="508000"/>
            <a:ext cx="55753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95400" y="10528300"/>
            <a:ext cx="94615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846300" y="7366000"/>
            <a:ext cx="75692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249400" y="3556000"/>
            <a:ext cx="8940800" cy="27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6600" y="2260600"/>
            <a:ext cx="13398500" cy="102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18100" y="457200"/>
            <a:ext cx="55626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81100" y="508000"/>
            <a:ext cx="143891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42100" y="6223000"/>
            <a:ext cx="6477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859000" y="3606800"/>
            <a:ext cx="8674100" cy="759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81100" y="3606800"/>
            <a:ext cx="13538200" cy="79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18100" y="457200"/>
            <a:ext cx="55626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533400"/>
            <a:ext cx="368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11300" y="444500"/>
            <a:ext cx="32766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81100" y="508000"/>
            <a:ext cx="134874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5316200" y="8001000"/>
            <a:ext cx="7823200" cy="231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4900" y="2819400"/>
            <a:ext cx="13639800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5608300" y="10528300"/>
            <a:ext cx="7239000" cy="1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897100" y="2133600"/>
            <a:ext cx="6959600" cy="565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1100" y="508000"/>
            <a:ext cx="134747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052800" y="4394200"/>
            <a:ext cx="7442200" cy="624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4100" y="3467100"/>
            <a:ext cx="14579600" cy="847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1100" y="508000"/>
            <a:ext cx="76454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8" title="watch 자막.mp4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54500" y="2222500"/>
            <a:ext cx="17768712" cy="999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1100" y="508000"/>
            <a:ext cx="113284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4889500" y="635000"/>
            <a:ext cx="889000" cy="646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1747500" y="685800"/>
            <a:ext cx="889000" cy="62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8491200" y="876300"/>
            <a:ext cx="8890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381000" y="5130800"/>
            <a:ext cx="34290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7340600" y="5130800"/>
            <a:ext cx="34290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5400000">
            <a:off x="14287500" y="5130800"/>
            <a:ext cx="34290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209800" y="3594100"/>
            <a:ext cx="61214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309100" y="3543300"/>
            <a:ext cx="56261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6217900" y="3543300"/>
            <a:ext cx="5080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309100" y="4673600"/>
            <a:ext cx="5803900" cy="1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6217900" y="4673600"/>
            <a:ext cx="56896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387600" y="4673600"/>
            <a:ext cx="6070600" cy="1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029700" y="7823200"/>
            <a:ext cx="6845300" cy="41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0"/>
          <p:cNvPicPr preferRelativeResize="0"/>
          <p:nvPr/>
        </p:nvPicPr>
        <p:blipFill rotWithShape="1">
          <a:blip r:embed="rId7">
            <a:alphaModFix amt="7000"/>
          </a:blip>
          <a:srcRect b="0" l="0" r="0" t="0"/>
          <a:stretch/>
        </p:blipFill>
        <p:spPr>
          <a:xfrm>
            <a:off x="1270000" y="11493500"/>
            <a:ext cx="21844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70000" y="3429000"/>
            <a:ext cx="4686300" cy="153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04400" y="3822700"/>
            <a:ext cx="127508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04400" y="5359400"/>
            <a:ext cx="13881100" cy="14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04400" y="7556500"/>
            <a:ext cx="13881100" cy="1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1100" y="508000"/>
            <a:ext cx="161925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95300" y="8813800"/>
            <a:ext cx="21564600" cy="37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98700" y="2667000"/>
            <a:ext cx="19799300" cy="599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1100" y="508000"/>
            <a:ext cx="84836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57300" y="3009900"/>
            <a:ext cx="22110700" cy="872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52300" y="1917700"/>
            <a:ext cx="11442700" cy="107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1100" y="508000"/>
            <a:ext cx="106934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6700" y="4178300"/>
            <a:ext cx="11455400" cy="64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78700" y="7378700"/>
            <a:ext cx="17907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59800" y="9283700"/>
            <a:ext cx="6096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169400" y="9283700"/>
            <a:ext cx="6096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931900" y="7797800"/>
            <a:ext cx="9283700" cy="44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5400000">
            <a:off x="15087600" y="3340100"/>
            <a:ext cx="2108200" cy="669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458700" y="3225800"/>
            <a:ext cx="51054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737600" y="10541000"/>
            <a:ext cx="1282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264400" y="10541000"/>
            <a:ext cx="13589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057900" y="7797800"/>
            <a:ext cx="13335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569200" y="6756400"/>
            <a:ext cx="14224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2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131300" y="7797800"/>
            <a:ext cx="13716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581900" y="8648700"/>
            <a:ext cx="1409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677400" y="9283700"/>
            <a:ext cx="6096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147300" y="10515600"/>
            <a:ext cx="13589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9481800" y="2070100"/>
            <a:ext cx="4584700" cy="363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9227800" y="3225800"/>
            <a:ext cx="51054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187700" y="7048500"/>
            <a:ext cx="38100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385300" y="6985000"/>
            <a:ext cx="41402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994400" y="5918200"/>
            <a:ext cx="49403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689100" y="8648700"/>
            <a:ext cx="5575300" cy="7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82500" y="7239000"/>
            <a:ext cx="10185400" cy="473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1100" y="508000"/>
            <a:ext cx="81534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9700" y="3835400"/>
            <a:ext cx="11455400" cy="64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21700" y="8420100"/>
            <a:ext cx="4191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17000" y="8420100"/>
            <a:ext cx="4572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17000" y="9232900"/>
            <a:ext cx="13335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04100" y="9232900"/>
            <a:ext cx="1536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7475200" y="7581900"/>
            <a:ext cx="4699000" cy="406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382500" y="7556500"/>
            <a:ext cx="4699000" cy="406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617700" y="2565400"/>
            <a:ext cx="5486400" cy="450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575800" y="8420100"/>
            <a:ext cx="4445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109200" y="8559800"/>
            <a:ext cx="1409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4871700" y="2489200"/>
            <a:ext cx="481330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1100" y="508000"/>
            <a:ext cx="45720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3200" y="2108200"/>
            <a:ext cx="10287000" cy="102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120900"/>
            <a:ext cx="14478000" cy="1093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81100" y="508000"/>
            <a:ext cx="64770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303500" y="2705100"/>
            <a:ext cx="6350000" cy="14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303500" y="4851400"/>
            <a:ext cx="7975600" cy="14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5303500" y="6985000"/>
            <a:ext cx="908050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919700" y="8483600"/>
            <a:ext cx="63246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48000" y="2476500"/>
            <a:ext cx="8597900" cy="94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81100" y="508000"/>
            <a:ext cx="134239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2933700"/>
            <a:ext cx="15113000" cy="78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79900" y="4114800"/>
            <a:ext cx="4762500" cy="56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118600" y="4114800"/>
            <a:ext cx="6781800" cy="56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1678900" y="6223000"/>
            <a:ext cx="825500" cy="142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2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7665700" y="4279900"/>
            <a:ext cx="889000" cy="15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73400" y="2895600"/>
            <a:ext cx="8610600" cy="866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81100" y="508000"/>
            <a:ext cx="134239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3073400"/>
            <a:ext cx="16395700" cy="829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431000" y="9017000"/>
            <a:ext cx="622300" cy="130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297400" y="4711700"/>
            <a:ext cx="8763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37100" y="4165600"/>
            <a:ext cx="5054600" cy="568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87000" y="4140200"/>
            <a:ext cx="6261100" cy="56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1100" y="7912100"/>
            <a:ext cx="10693400" cy="462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81100" y="508000"/>
            <a:ext cx="89535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6400" y="3124200"/>
            <a:ext cx="235839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62600" y="2997200"/>
            <a:ext cx="4699000" cy="378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607800" y="5765800"/>
            <a:ext cx="59182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804400" y="8204200"/>
            <a:ext cx="9017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5443200" y="8115300"/>
            <a:ext cx="965200" cy="166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1100" y="508000"/>
            <a:ext cx="59309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770950" y="4082750"/>
            <a:ext cx="7147040" cy="673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0" title="watch자막.mp4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3400" y="2750338"/>
            <a:ext cx="16691616" cy="938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1100" y="508000"/>
            <a:ext cx="96266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4724400" y="812800"/>
            <a:ext cx="889000" cy="612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1658600" y="774700"/>
            <a:ext cx="889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8491200" y="876300"/>
            <a:ext cx="8890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381000" y="5130800"/>
            <a:ext cx="34290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7340600" y="5130800"/>
            <a:ext cx="34290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5400000">
            <a:off x="14287500" y="5130800"/>
            <a:ext cx="34290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108200" y="3594100"/>
            <a:ext cx="61214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309100" y="3543300"/>
            <a:ext cx="48006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6217900" y="3543300"/>
            <a:ext cx="5080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374900" y="4711700"/>
            <a:ext cx="5689600" cy="1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309100" y="4673600"/>
            <a:ext cx="5765800" cy="1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6192500" y="4673600"/>
            <a:ext cx="58420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921000" y="6616700"/>
            <a:ext cx="4064000" cy="55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6675100" y="7353300"/>
            <a:ext cx="4546600" cy="383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1100" y="2692400"/>
            <a:ext cx="21602700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5168900" y="3251200"/>
            <a:ext cx="952500" cy="566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1099800" y="3251200"/>
            <a:ext cx="952500" cy="566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360900" y="2908300"/>
            <a:ext cx="965200" cy="633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977900" y="7480300"/>
            <a:ext cx="3683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6908800" y="7429500"/>
            <a:ext cx="3683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5400000">
            <a:off x="12839700" y="7429500"/>
            <a:ext cx="3683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175000" y="5791200"/>
            <a:ext cx="4927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004300" y="5791200"/>
            <a:ext cx="51562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3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4909800" y="5791200"/>
            <a:ext cx="54102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3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959100" y="6985000"/>
            <a:ext cx="51943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81100" y="508000"/>
            <a:ext cx="14605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940800" y="6997700"/>
            <a:ext cx="53848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4897100" y="6997700"/>
            <a:ext cx="62611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533400"/>
            <a:ext cx="368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28000" y="12369800"/>
            <a:ext cx="2540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0523200" y="1236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000" y="12674600"/>
            <a:ext cx="22352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243840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6000" y="11798300"/>
            <a:ext cx="64389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32600" y="5194300"/>
            <a:ext cx="10223500" cy="166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